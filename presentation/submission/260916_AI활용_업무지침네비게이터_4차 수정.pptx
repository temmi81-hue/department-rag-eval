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8"/>
  </p:notesMasterIdLst>
  <p:sldIdLst>
    <p:sldId id="256" r:id="rId2"/>
    <p:sldId id="263" r:id="rId3"/>
    <p:sldId id="269" r:id="rId4"/>
    <p:sldId id="276" r:id="rId5"/>
    <p:sldId id="273" r:id="rId6"/>
    <p:sldId id="274" r:id="rId7"/>
  </p:sldIdLst>
  <p:sldSz cx="9906000" cy="6858000" type="A4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HY견고딕" panose="02030600000101010101" pitchFamily="18" charset="-127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82C8"/>
    <a:srgbClr val="0000FF"/>
    <a:srgbClr val="003D9B"/>
    <a:srgbClr val="6897E0"/>
    <a:srgbClr val="EEF3FB"/>
    <a:srgbClr val="719CDF"/>
    <a:srgbClr val="709BDF"/>
    <a:srgbClr val="00CC00"/>
    <a:srgbClr val="0F64C0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>
        <p:scale>
          <a:sx n="100" d="100"/>
          <a:sy n="100" d="100"/>
        </p:scale>
        <p:origin x="634" y="-10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2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4.svg"/><Relationship Id="rId7" Type="http://schemas.openxmlformats.org/officeDocument/2006/relationships/image" Target="../media/image3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department_workflow_demo_compliancehub.mp4" TargetMode="External"/><Relationship Id="rId10" Type="http://schemas.openxmlformats.org/officeDocument/2006/relationships/image" Target="../media/image34.svg"/><Relationship Id="rId4" Type="http://schemas.openxmlformats.org/officeDocument/2006/relationships/image" Target="../media/image4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93719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93719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32478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664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94639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04795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01325"/>
              </p:ext>
            </p:extLst>
          </p:nvPr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투자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중심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신규구매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(3/5)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34376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34376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34376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061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절차〮부서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405774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405774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405774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709182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3" y="5975887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발송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8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3154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4153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6624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20316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9436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3950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3950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3950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4337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7528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4337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7528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4337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7528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712246"/>
            <a:ext cx="4568663" cy="1618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학습한 개념을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712246"/>
            <a:ext cx="4568663" cy="1682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 기반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다양한 업무 상황에 대한 추천 정확성 확인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</a:t>
            </a:r>
            <a:r>
              <a:rPr lang="ko-KR" altLang="en-US" sz="1400">
                <a:latin typeface="+mn-ea"/>
              </a:rPr>
              <a:t>와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299603893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1126</TotalTime>
  <Words>1061</Words>
  <Application>Microsoft Office PowerPoint</Application>
  <DocSecurity>0</DocSecurity>
  <PresentationFormat>A4 용지(210x297mm)</PresentationFormat>
  <Paragraphs>173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Calibri Light</vt:lpstr>
      <vt:lpstr>Arial</vt:lpstr>
      <vt:lpstr>Calibri</vt:lpstr>
      <vt:lpstr>Wingdings</vt:lpstr>
      <vt:lpstr>HY견고딕</vt:lpstr>
      <vt:lpstr>맑은 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203</cp:revision>
  <dcterms:created xsi:type="dcterms:W3CDTF">2026-09-04T08:20:33Z</dcterms:created>
  <dcterms:modified xsi:type="dcterms:W3CDTF">2026-09-11T08:04:13Z</dcterms:modified>
</cp:coreProperties>
</file>