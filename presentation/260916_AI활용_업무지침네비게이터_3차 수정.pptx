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897E0"/>
    <a:srgbClr val="EEF3FB"/>
    <a:srgbClr val="719CDF"/>
    <a:srgbClr val="709BDF"/>
    <a:srgbClr val="00CC00"/>
    <a:srgbClr val="0F64C0"/>
    <a:srgbClr val="2082C8"/>
    <a:srgbClr val="003D9B"/>
    <a:srgbClr val="157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46" d="100"/>
          <a:sy n="46" d="100"/>
        </p:scale>
        <p:origin x="131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sv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department-workflow-demo.mp4" TargetMode="External"/><Relationship Id="rId10" Type="http://schemas.openxmlformats.org/officeDocument/2006/relationships/image" Target="../media/image29.sv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93719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93719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4639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4795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17149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69528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77314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17150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555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구현을 위한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69975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/>
                        <a:t>Embedding</a:t>
                      </a:r>
                      <a:r>
                        <a:rPr lang="ko-KR" altLang="en-US" sz="13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투자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중심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29243" y="3810987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405774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6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418221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418221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709182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33299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712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56287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274537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70094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질문대응 거부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56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70983" y="5975887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발송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91765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</a:rPr>
              <a:t>수작업 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5" y="6297716"/>
            <a:ext cx="167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할루시네이션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83169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3154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4153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6624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20316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9436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3950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3950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3950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4337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7528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62160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4337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7528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62160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4337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7528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62160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842</Words>
  <Application>Microsoft Office PowerPoint</Application>
  <DocSecurity>0</DocSecurity>
  <PresentationFormat>A4 용지(210x297mm)</PresentationFormat>
  <Paragraphs>138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187</cp:revision>
  <dcterms:created xsi:type="dcterms:W3CDTF">2026-09-04T08:20:33Z</dcterms:created>
  <dcterms:modified xsi:type="dcterms:W3CDTF">2026-09-11T04:17:55Z</dcterms:modified>
</cp:coreProperties>
</file>