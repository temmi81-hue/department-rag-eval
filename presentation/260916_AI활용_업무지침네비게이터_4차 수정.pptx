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8"/>
  </p:notesMasterIdLst>
  <p:sldIdLst>
    <p:sldId id="256" r:id="rId2"/>
    <p:sldId id="263" r:id="rId3"/>
    <p:sldId id="269" r:id="rId4"/>
    <p:sldId id="276" r:id="rId5"/>
    <p:sldId id="273" r:id="rId6"/>
    <p:sldId id="274" r:id="rId7"/>
  </p:sldIdLst>
  <p:sldSz cx="9906000" cy="6858000" type="A4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HY견고딕" panose="02030600000101010101" pitchFamily="18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82C8"/>
    <a:srgbClr val="0000FF"/>
    <a:srgbClr val="003D9B"/>
    <a:srgbClr val="6897E0"/>
    <a:srgbClr val="EEF3FB"/>
    <a:srgbClr val="719CDF"/>
    <a:srgbClr val="709BDF"/>
    <a:srgbClr val="00CC00"/>
    <a:srgbClr val="0F64C0"/>
    <a:srgbClr val="157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4.svg"/><Relationship Id="rId7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hyperlink" Target="department-workflow-demo-re.mp4" TargetMode="External"/><Relationship Id="rId10" Type="http://schemas.openxmlformats.org/officeDocument/2006/relationships/image" Target="../media/image34.svg"/><Relationship Id="rId4" Type="http://schemas.openxmlformats.org/officeDocument/2006/relationships/image" Target="../media/image4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93719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93719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4639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04795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17149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69528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77314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17150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555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구현을 위한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1325"/>
              </p:ext>
            </p:extLst>
          </p:nvPr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/>
                        <a:t>Embedding</a:t>
                      </a:r>
                      <a:r>
                        <a:rPr lang="ko-KR" altLang="en-US" sz="13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투자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중심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29243" y="3810987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신규구매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(3/5)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34376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60">
                <a:latin typeface="+mn-ea"/>
              </a:rPr>
              <a:t>핵심 키워드 사전</a:t>
            </a:r>
            <a:r>
              <a:rPr lang="en-US" altLang="ko-KR" sz="1300" spc="-60">
                <a:latin typeface="+mn-ea"/>
              </a:rPr>
              <a:t> · </a:t>
            </a:r>
            <a:r>
              <a:rPr lang="ko-KR" altLang="en-US" sz="1300" spc="-60">
                <a:latin typeface="+mn-ea"/>
              </a:rPr>
              <a:t>임계값 2가지 원인</a:t>
            </a:r>
            <a:endParaRPr lang="en-US" altLang="ko-KR" sz="1300" spc="-6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 spc="-60">
                <a:latin typeface="+mn-ea"/>
              </a:rPr>
              <a:t> 유사도 점수로 진단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34376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34376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65968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0616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405774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6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405774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405774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709182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712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56287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274537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70094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56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70983" y="5975887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발송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91765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5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3154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4153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6624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20316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9436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3950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3950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3950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4337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7528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62160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4337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7528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62160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4337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7528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62160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LangChain,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1061</Words>
  <Application>Microsoft Office PowerPoint</Application>
  <DocSecurity>0</DocSecurity>
  <PresentationFormat>A4 용지(210x297mm)</PresentationFormat>
  <Paragraphs>173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201</cp:revision>
  <dcterms:created xsi:type="dcterms:W3CDTF">2026-09-04T08:20:33Z</dcterms:created>
  <dcterms:modified xsi:type="dcterms:W3CDTF">2026-09-11T06:50:31Z</dcterms:modified>
</cp:coreProperties>
</file>