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4C0"/>
    <a:srgbClr val="0000FF"/>
    <a:srgbClr val="2082C8"/>
    <a:srgbClr val="003D9B"/>
    <a:srgbClr val="157CC5"/>
    <a:srgbClr val="EDF1F9"/>
    <a:srgbClr val="FAF9FF"/>
    <a:srgbClr val="FFFFFF"/>
    <a:srgbClr val="F2F2F2"/>
    <a:srgbClr val="C56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37" autoAdjust="0"/>
  </p:normalViewPr>
  <p:slideViewPr>
    <p:cSldViewPr snapToGrid="0">
      <p:cViewPr varScale="1">
        <p:scale>
          <a:sx n="74" d="100"/>
          <a:sy n="74" d="100"/>
        </p:scale>
        <p:origin x="1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904110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904110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5030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5186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34393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66670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74456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34394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412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오각형 65">
            <a:extLst>
              <a:ext uri="{FF2B5EF4-FFF2-40B4-BE49-F238E27FC236}">
                <a16:creationId xmlns:a16="http://schemas.microsoft.com/office/drawing/2014/main" id="{795D8661-7EF7-466E-8604-8999B7F5D1D9}"/>
              </a:ext>
            </a:extLst>
          </p:cNvPr>
          <p:cNvSpPr/>
          <p:nvPr/>
        </p:nvSpPr>
        <p:spPr>
          <a:xfrm>
            <a:off x="6868208" y="1184324"/>
            <a:ext cx="2738222" cy="53228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D95BD950-2E54-4BA9-84B1-6EDD02F58D33}"/>
              </a:ext>
            </a:extLst>
          </p:cNvPr>
          <p:cNvSpPr/>
          <p:nvPr/>
        </p:nvSpPr>
        <p:spPr>
          <a:xfrm>
            <a:off x="4743912" y="1185998"/>
            <a:ext cx="2402470" cy="53228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화살표: 오각형 60">
            <a:extLst>
              <a:ext uri="{FF2B5EF4-FFF2-40B4-BE49-F238E27FC236}">
                <a16:creationId xmlns:a16="http://schemas.microsoft.com/office/drawing/2014/main" id="{6A3F156D-487C-447A-9CFB-F967BDF25AD0}"/>
              </a:ext>
            </a:extLst>
          </p:cNvPr>
          <p:cNvSpPr/>
          <p:nvPr/>
        </p:nvSpPr>
        <p:spPr>
          <a:xfrm>
            <a:off x="2632081" y="1185998"/>
            <a:ext cx="2402470" cy="53228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7878CD41-4983-42B3-B5AB-6773A45A2E6E}"/>
              </a:ext>
            </a:extLst>
          </p:cNvPr>
          <p:cNvSpPr/>
          <p:nvPr/>
        </p:nvSpPr>
        <p:spPr>
          <a:xfrm>
            <a:off x="269337" y="1185998"/>
            <a:ext cx="2663431" cy="53228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6E0DF-4368-4548-8623-418ABF175C24}"/>
              </a:ext>
            </a:extLst>
          </p:cNvPr>
          <p:cNvSpPr txBox="1"/>
          <p:nvPr/>
        </p:nvSpPr>
        <p:spPr>
          <a:xfrm>
            <a:off x="1104734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문제 정의</a:t>
            </a:r>
          </a:p>
        </p:txBody>
      </p:sp>
      <p:pic>
        <p:nvPicPr>
          <p:cNvPr id="17" name="그래픽 16" descr="돋보기 단색으로 채워진">
            <a:extLst>
              <a:ext uri="{FF2B5EF4-FFF2-40B4-BE49-F238E27FC236}">
                <a16:creationId xmlns:a16="http://schemas.microsoft.com/office/drawing/2014/main" id="{4F214718-0AD9-4F4F-85CD-A4D47913A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15" y="1223541"/>
            <a:ext cx="457200" cy="4572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DA78A4A-243C-4F1A-B041-F48CE4990FC8}"/>
              </a:ext>
            </a:extLst>
          </p:cNvPr>
          <p:cNvSpPr txBox="1"/>
          <p:nvPr/>
        </p:nvSpPr>
        <p:spPr>
          <a:xfrm>
            <a:off x="3467765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시스템 구현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53ADC6-6851-42E1-9D2F-5BA596FC4CFF}"/>
              </a:ext>
            </a:extLst>
          </p:cNvPr>
          <p:cNvSpPr txBox="1"/>
          <p:nvPr/>
        </p:nvSpPr>
        <p:spPr>
          <a:xfrm>
            <a:off x="5506663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샘플링 테스트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5FF9FE-D0AC-430C-BD6D-6040A296D765}"/>
              </a:ext>
            </a:extLst>
          </p:cNvPr>
          <p:cNvSpPr txBox="1"/>
          <p:nvPr/>
        </p:nvSpPr>
        <p:spPr>
          <a:xfrm>
            <a:off x="7824759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시스템 검증</a:t>
            </a:r>
          </a:p>
        </p:txBody>
      </p:sp>
      <p:pic>
        <p:nvPicPr>
          <p:cNvPr id="25" name="그래픽 24" descr="전구 및 기어  단색으로 채워진">
            <a:extLst>
              <a:ext uri="{FF2B5EF4-FFF2-40B4-BE49-F238E27FC236}">
                <a16:creationId xmlns:a16="http://schemas.microsoft.com/office/drawing/2014/main" id="{75EC4D1F-75B0-45C0-B867-8BBD494A7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5047" y="1179825"/>
            <a:ext cx="544632" cy="544632"/>
          </a:xfrm>
          <a:prstGeom prst="rect">
            <a:avLst/>
          </a:prstGeom>
        </p:spPr>
      </p:pic>
      <p:pic>
        <p:nvPicPr>
          <p:cNvPr id="30" name="그래픽 29" descr="화살표 원 단색으로 채워진">
            <a:extLst>
              <a:ext uri="{FF2B5EF4-FFF2-40B4-BE49-F238E27FC236}">
                <a16:creationId xmlns:a16="http://schemas.microsoft.com/office/drawing/2014/main" id="{2ED9319A-6460-41B8-9D59-E140BC380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004" y="1159064"/>
            <a:ext cx="586154" cy="586154"/>
          </a:xfrm>
          <a:prstGeom prst="rect">
            <a:avLst/>
          </a:prstGeom>
        </p:spPr>
      </p:pic>
      <p:pic>
        <p:nvPicPr>
          <p:cNvPr id="35" name="그래픽 34" descr="시험관 단색으로 채워진">
            <a:extLst>
              <a:ext uri="{FF2B5EF4-FFF2-40B4-BE49-F238E27FC236}">
                <a16:creationId xmlns:a16="http://schemas.microsoft.com/office/drawing/2014/main" id="{0BC30984-4DD1-426B-9C31-3129972A4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9450" y="1238854"/>
            <a:ext cx="426575" cy="42657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6" y="2439977"/>
            <a:ext cx="2237154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r>
              <a:rPr lang="en-US" altLang="ko-KR" sz="1300"/>
              <a:t>(</a:t>
            </a:r>
            <a:r>
              <a:rPr lang="ko-KR" altLang="en-US" sz="1300"/>
              <a:t>섹션</a:t>
            </a:r>
            <a:r>
              <a:rPr lang="en-US" altLang="ko-KR" sz="1300"/>
              <a:t>, </a:t>
            </a:r>
            <a:r>
              <a:rPr lang="ko-KR" altLang="en-US" sz="1300"/>
              <a:t>팀 제외</a:t>
            </a:r>
            <a:r>
              <a:rPr lang="en-US" altLang="ko-KR" sz="1300"/>
              <a:t>)</a:t>
            </a:r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조직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정보 수집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/>
              <a:t>→ 투자</a:t>
            </a:r>
            <a:r>
              <a:rPr lang="ko-KR" altLang="en-US" sz="130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300"/>
              <a:t>회계</a:t>
            </a:r>
            <a:r>
              <a:rPr lang="en-US" altLang="ko-KR" sz="1300"/>
              <a:t> 9</a:t>
            </a:r>
            <a:r>
              <a:rPr lang="ko-KR" altLang="en-US" sz="1300"/>
              <a:t>개 부서로 조정</a:t>
            </a:r>
            <a:endParaRPr lang="ko-KR" altLang="en-US" sz="1300" spc="-100"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A4C810-13B8-4A1C-9DA1-DD82DC11B8E9}"/>
              </a:ext>
            </a:extLst>
          </p:cNvPr>
          <p:cNvSpPr txBox="1"/>
          <p:nvPr/>
        </p:nvSpPr>
        <p:spPr>
          <a:xfrm>
            <a:off x="6733870" y="3799131"/>
            <a:ext cx="1138908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반복 검증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1429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/>
                        <a:t>Embedding</a:t>
                      </a:r>
                      <a:r>
                        <a:rPr lang="ko-KR" altLang="en-US" sz="14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투자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중심으로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B2CE6D-5BA7-452D-AD61-F19394E0BC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10"/>
          <a:stretch/>
        </p:blipFill>
        <p:spPr>
          <a:xfrm>
            <a:off x="272416" y="1331647"/>
            <a:ext cx="3984739" cy="2495639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519494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325037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3185632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457274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사업장과 업무 유형 선택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모르는 경우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미선택 가능</a:t>
            </a:r>
            <a:r>
              <a:rPr lang="en-US" altLang="ko-KR" sz="1300" spc="-4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262817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 해석 →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3004149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1816331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2643648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5255938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279225" y="4744751"/>
            <a:ext cx="9372887" cy="1666446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410073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업무 탐색 간소화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287604" y="5446512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자연어로 업무 상황 입력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D0CDE1-A2C1-4848-84AD-DCE199AB2960}"/>
              </a:ext>
            </a:extLst>
          </p:cNvPr>
          <p:cNvSpPr txBox="1"/>
          <p:nvPr/>
        </p:nvSpPr>
        <p:spPr>
          <a:xfrm>
            <a:off x="287604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별도 메뉴 서치 부담 감소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300968" y="5437035"/>
            <a:ext cx="2788979" cy="301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추천 부서와 업무분장 근거 확인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300968" y="5929615"/>
            <a:ext cx="278897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추천 이유와 책임업무 확인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1A7707-AD0F-4F28-9EE6-829FAF62AA39}"/>
              </a:ext>
            </a:extLst>
          </p:cNvPr>
          <p:cNvSpPr txBox="1"/>
          <p:nvPr/>
        </p:nvSpPr>
        <p:spPr>
          <a:xfrm>
            <a:off x="6393618" y="5446512"/>
            <a:ext cx="28880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검토 요청 초안 작성 및 진행현황 확인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BC22A9-1F26-4FA6-AB17-90A69871755F}"/>
              </a:ext>
            </a:extLst>
          </p:cNvPr>
          <p:cNvSpPr txBox="1"/>
          <p:nvPr/>
        </p:nvSpPr>
        <p:spPr>
          <a:xfrm>
            <a:off x="6357749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사용자가 내용 확인 및 수정 후 요청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3338026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근거 기반 안내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480218" y="4873885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협업 요청 연결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207467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및 기대효과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31745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경험과 앞으로의 과제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793</Words>
  <Application>Microsoft Office PowerPoint</Application>
  <DocSecurity>0</DocSecurity>
  <PresentationFormat>A4 용지(210x297mm)</PresentationFormat>
  <Paragraphs>129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158</cp:revision>
  <dcterms:created xsi:type="dcterms:W3CDTF">2026-09-04T08:20:33Z</dcterms:created>
  <dcterms:modified xsi:type="dcterms:W3CDTF">2026-09-10T07:56:47Z</dcterms:modified>
</cp:coreProperties>
</file>